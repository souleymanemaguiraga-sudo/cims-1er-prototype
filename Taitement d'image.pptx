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63" r:id="rId4"/>
    <p:sldId id="262" r:id="rId5"/>
    <p:sldId id="261" r:id="rId6"/>
    <p:sldId id="260" r:id="rId7"/>
    <p:sldId id="259" r:id="rId8"/>
    <p:sldId id="258" r:id="rId9"/>
  </p:sldIdLst>
  <p:sldSz cx="89995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5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122363"/>
            <a:ext cx="7649607" cy="2387600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3602038"/>
            <a:ext cx="6749654" cy="1655762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7BE7-5608-4E89-BC41-5795928A7B4D}" type="datetimeFigureOut">
              <a:rPr lang="fr-ML" smtClean="0"/>
              <a:t>04/11/2025</a:t>
            </a:fld>
            <a:endParaRPr lang="fr-M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677F5-DE9E-48C4-9CC8-D8F273A904A1}" type="slidenum">
              <a:rPr lang="fr-ML" smtClean="0"/>
              <a:t>‹N°›</a:t>
            </a:fld>
            <a:endParaRPr lang="fr-ML"/>
          </a:p>
        </p:txBody>
      </p:sp>
    </p:spTree>
    <p:extLst>
      <p:ext uri="{BB962C8B-B14F-4D97-AF65-F5344CB8AC3E}">
        <p14:creationId xmlns:p14="http://schemas.microsoft.com/office/powerpoint/2010/main" val="386025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7BE7-5608-4E89-BC41-5795928A7B4D}" type="datetimeFigureOut">
              <a:rPr lang="fr-ML" smtClean="0"/>
              <a:t>04/11/2025</a:t>
            </a:fld>
            <a:endParaRPr lang="fr-M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677F5-DE9E-48C4-9CC8-D8F273A904A1}" type="slidenum">
              <a:rPr lang="fr-ML" smtClean="0"/>
              <a:t>‹N°›</a:t>
            </a:fld>
            <a:endParaRPr lang="fr-ML"/>
          </a:p>
        </p:txBody>
      </p:sp>
    </p:spTree>
    <p:extLst>
      <p:ext uri="{BB962C8B-B14F-4D97-AF65-F5344CB8AC3E}">
        <p14:creationId xmlns:p14="http://schemas.microsoft.com/office/powerpoint/2010/main" val="168937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709740"/>
            <a:ext cx="7762102" cy="2852737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4589465"/>
            <a:ext cx="7762102" cy="1500187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/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75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7BE7-5608-4E89-BC41-5795928A7B4D}" type="datetimeFigureOut">
              <a:rPr lang="fr-ML" smtClean="0"/>
              <a:t>04/11/2025</a:t>
            </a:fld>
            <a:endParaRPr lang="fr-M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677F5-DE9E-48C4-9CC8-D8F273A904A1}" type="slidenum">
              <a:rPr lang="fr-ML" smtClean="0"/>
              <a:t>‹N°›</a:t>
            </a:fld>
            <a:endParaRPr lang="fr-ML"/>
          </a:p>
        </p:txBody>
      </p:sp>
    </p:spTree>
    <p:extLst>
      <p:ext uri="{BB962C8B-B14F-4D97-AF65-F5344CB8AC3E}">
        <p14:creationId xmlns:p14="http://schemas.microsoft.com/office/powerpoint/2010/main" val="739136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825625"/>
            <a:ext cx="3824804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825625"/>
            <a:ext cx="3824804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7BE7-5608-4E89-BC41-5795928A7B4D}" type="datetimeFigureOut">
              <a:rPr lang="fr-ML" smtClean="0"/>
              <a:t>04/11/2025</a:t>
            </a:fld>
            <a:endParaRPr lang="fr-M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677F5-DE9E-48C4-9CC8-D8F273A904A1}" type="slidenum">
              <a:rPr lang="fr-ML" smtClean="0"/>
              <a:t>‹N°›</a:t>
            </a:fld>
            <a:endParaRPr lang="fr-ML"/>
          </a:p>
        </p:txBody>
      </p:sp>
    </p:spTree>
    <p:extLst>
      <p:ext uri="{BB962C8B-B14F-4D97-AF65-F5344CB8AC3E}">
        <p14:creationId xmlns:p14="http://schemas.microsoft.com/office/powerpoint/2010/main" val="579743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365127"/>
            <a:ext cx="7762102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681163"/>
            <a:ext cx="3807226" cy="823912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2505075"/>
            <a:ext cx="3807226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1681163"/>
            <a:ext cx="3825976" cy="823912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2505075"/>
            <a:ext cx="3825976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7BE7-5608-4E89-BC41-5795928A7B4D}" type="datetimeFigureOut">
              <a:rPr lang="fr-ML" smtClean="0"/>
              <a:t>04/11/2025</a:t>
            </a:fld>
            <a:endParaRPr lang="fr-M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677F5-DE9E-48C4-9CC8-D8F273A904A1}" type="slidenum">
              <a:rPr lang="fr-ML" smtClean="0"/>
              <a:t>‹N°›</a:t>
            </a:fld>
            <a:endParaRPr lang="fr-ML"/>
          </a:p>
        </p:txBody>
      </p:sp>
    </p:spTree>
    <p:extLst>
      <p:ext uri="{BB962C8B-B14F-4D97-AF65-F5344CB8AC3E}">
        <p14:creationId xmlns:p14="http://schemas.microsoft.com/office/powerpoint/2010/main" val="264581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7BE7-5608-4E89-BC41-5795928A7B4D}" type="datetimeFigureOut">
              <a:rPr lang="fr-ML" smtClean="0"/>
              <a:t>04/11/2025</a:t>
            </a:fld>
            <a:endParaRPr lang="fr-M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677F5-DE9E-48C4-9CC8-D8F273A904A1}" type="slidenum">
              <a:rPr lang="fr-ML" smtClean="0"/>
              <a:t>‹N°›</a:t>
            </a:fld>
            <a:endParaRPr lang="fr-ML"/>
          </a:p>
        </p:txBody>
      </p:sp>
    </p:spTree>
    <p:extLst>
      <p:ext uri="{BB962C8B-B14F-4D97-AF65-F5344CB8AC3E}">
        <p14:creationId xmlns:p14="http://schemas.microsoft.com/office/powerpoint/2010/main" val="667716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7BE7-5608-4E89-BC41-5795928A7B4D}" type="datetimeFigureOut">
              <a:rPr lang="fr-ML" smtClean="0"/>
              <a:t>04/11/2025</a:t>
            </a:fld>
            <a:endParaRPr lang="fr-M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677F5-DE9E-48C4-9CC8-D8F273A904A1}" type="slidenum">
              <a:rPr lang="fr-ML" smtClean="0"/>
              <a:t>‹N°›</a:t>
            </a:fld>
            <a:endParaRPr lang="fr-ML"/>
          </a:p>
        </p:txBody>
      </p:sp>
    </p:spTree>
    <p:extLst>
      <p:ext uri="{BB962C8B-B14F-4D97-AF65-F5344CB8AC3E}">
        <p14:creationId xmlns:p14="http://schemas.microsoft.com/office/powerpoint/2010/main" val="155985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457200"/>
            <a:ext cx="2902585" cy="1600200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987427"/>
            <a:ext cx="4556016" cy="4873625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057400"/>
            <a:ext cx="2902585" cy="3811588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7BE7-5608-4E89-BC41-5795928A7B4D}" type="datetimeFigureOut">
              <a:rPr lang="fr-ML" smtClean="0"/>
              <a:t>04/11/2025</a:t>
            </a:fld>
            <a:endParaRPr lang="fr-M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677F5-DE9E-48C4-9CC8-D8F273A904A1}" type="slidenum">
              <a:rPr lang="fr-ML" smtClean="0"/>
              <a:t>‹N°›</a:t>
            </a:fld>
            <a:endParaRPr lang="fr-ML"/>
          </a:p>
        </p:txBody>
      </p:sp>
    </p:spTree>
    <p:extLst>
      <p:ext uri="{BB962C8B-B14F-4D97-AF65-F5344CB8AC3E}">
        <p14:creationId xmlns:p14="http://schemas.microsoft.com/office/powerpoint/2010/main" val="299698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457200"/>
            <a:ext cx="2902585" cy="1600200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987427"/>
            <a:ext cx="4556016" cy="4873625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057400"/>
            <a:ext cx="2902585" cy="3811588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7BE7-5608-4E89-BC41-5795928A7B4D}" type="datetimeFigureOut">
              <a:rPr lang="fr-ML" smtClean="0"/>
              <a:t>04/11/2025</a:t>
            </a:fld>
            <a:endParaRPr lang="fr-M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677F5-DE9E-48C4-9CC8-D8F273A904A1}" type="slidenum">
              <a:rPr lang="fr-ML" smtClean="0"/>
              <a:t>‹N°›</a:t>
            </a:fld>
            <a:endParaRPr lang="fr-ML"/>
          </a:p>
        </p:txBody>
      </p:sp>
    </p:spTree>
    <p:extLst>
      <p:ext uri="{BB962C8B-B14F-4D97-AF65-F5344CB8AC3E}">
        <p14:creationId xmlns:p14="http://schemas.microsoft.com/office/powerpoint/2010/main" val="338357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7BE7-5608-4E89-BC41-5795928A7B4D}" type="datetimeFigureOut">
              <a:rPr lang="fr-ML" smtClean="0"/>
              <a:t>04/11/2025</a:t>
            </a:fld>
            <a:endParaRPr lang="fr-M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677F5-DE9E-48C4-9CC8-D8F273A904A1}" type="slidenum">
              <a:rPr lang="fr-ML" smtClean="0"/>
              <a:t>‹N°›</a:t>
            </a:fld>
            <a:endParaRPr lang="fr-ML"/>
          </a:p>
        </p:txBody>
      </p:sp>
    </p:spTree>
    <p:extLst>
      <p:ext uri="{BB962C8B-B14F-4D97-AF65-F5344CB8AC3E}">
        <p14:creationId xmlns:p14="http://schemas.microsoft.com/office/powerpoint/2010/main" val="18176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365125"/>
            <a:ext cx="194052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365125"/>
            <a:ext cx="5709082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7BE7-5608-4E89-BC41-5795928A7B4D}" type="datetimeFigureOut">
              <a:rPr lang="fr-ML" smtClean="0"/>
              <a:t>04/11/2025</a:t>
            </a:fld>
            <a:endParaRPr lang="fr-M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677F5-DE9E-48C4-9CC8-D8F273A904A1}" type="slidenum">
              <a:rPr lang="fr-ML" smtClean="0"/>
              <a:t>‹N°›</a:t>
            </a:fld>
            <a:endParaRPr lang="fr-ML"/>
          </a:p>
        </p:txBody>
      </p:sp>
    </p:spTree>
    <p:extLst>
      <p:ext uri="{BB962C8B-B14F-4D97-AF65-F5344CB8AC3E}">
        <p14:creationId xmlns:p14="http://schemas.microsoft.com/office/powerpoint/2010/main" val="225891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365127"/>
            <a:ext cx="77621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825625"/>
            <a:ext cx="776210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6356352"/>
            <a:ext cx="20248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27BE7-5608-4E89-BC41-5795928A7B4D}" type="datetimeFigureOut">
              <a:rPr lang="fr-ML" smtClean="0"/>
              <a:t>04/11/2025</a:t>
            </a:fld>
            <a:endParaRPr lang="fr-M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6356352"/>
            <a:ext cx="30373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6356352"/>
            <a:ext cx="20248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677F5-DE9E-48C4-9CC8-D8F273A904A1}" type="slidenum">
              <a:rPr lang="fr-ML" smtClean="0"/>
              <a:t>‹N°›</a:t>
            </a:fld>
            <a:endParaRPr lang="fr-ML"/>
          </a:p>
        </p:txBody>
      </p:sp>
    </p:spTree>
    <p:extLst>
      <p:ext uri="{BB962C8B-B14F-4D97-AF65-F5344CB8AC3E}">
        <p14:creationId xmlns:p14="http://schemas.microsoft.com/office/powerpoint/2010/main" val="415892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D8410-A4A3-6212-3247-8F76D3849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A2455D7-5024-0EFF-2CEB-168510DF0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9" y="1158240"/>
            <a:ext cx="8839200" cy="454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006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A7EE3B56-D0C7-66A9-DD2F-749C1BA54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99538" cy="575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81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610E2EE8-2CD3-4A57-08B4-8638A55F4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060" y="0"/>
            <a:ext cx="9727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594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7887C8B-32E1-150B-EC2A-8547A6A67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7984"/>
            <a:ext cx="8999538" cy="815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2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F2537CF3-0E34-1918-3DAD-60A4798D2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99538" cy="598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2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0C62E366-52AD-37C0-CE7A-6E592940F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90616" cy="561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451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EBF9DB35-B04C-8CF1-DA2D-0B20D0260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85" y="-1"/>
            <a:ext cx="9045675" cy="474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92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DC4E6-B44F-DE3F-32C2-186D9C49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710EAC11-01B4-9C40-9F75-073DA8B4F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9444" y="0"/>
            <a:ext cx="9298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44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</TotalTime>
  <Words>0</Words>
  <Application>Microsoft Office PowerPoint</Application>
  <PresentationFormat>Personnalisé</PresentationFormat>
  <Paragraphs>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MAGUI</dc:creator>
  <cp:lastModifiedBy>MAGUI</cp:lastModifiedBy>
  <cp:revision>2</cp:revision>
  <dcterms:created xsi:type="dcterms:W3CDTF">2025-11-04T13:30:02Z</dcterms:created>
  <dcterms:modified xsi:type="dcterms:W3CDTF">2025-11-04T13:38:15Z</dcterms:modified>
</cp:coreProperties>
</file>